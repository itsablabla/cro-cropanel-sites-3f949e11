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example.com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B (82/100)  ·  8 findings  ·  6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single most valuable conversion mechanism on this site is the homepage's ability to communicate a clear value proposition and trust signals to first-time visitors. Currently, the homepage above the fold fails to state what is sold or why it is better, and it lacks any trust signals such as reviews, guarantees, or security badges, leaving visitors without a reason to engage or offset purchase risk.</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1.7–7.4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008061"/>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Missing security headers</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Medium · Medium · PXL 6/10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6 of 6 standard security headers are absent, which weakens protection against XSS, clickjacking and downgrade attacks.</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008061"/>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Missing value proposition</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High · Low · PXL 5/10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The page fails to state what is sold or why it is better, leaving visitors without a reason to engage.</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008061"/>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Generic CTA</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Medium · Low · PXL 5/10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The only CTA 'Learn more' provides no indication of what the visitor will gain, failing to compel a click.</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008061"/>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Weak page metadata</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Search and social previews are degraded: page title (absent), meta description, Open Graph tags are missing or outside r</a:t>
            </a:r>
          </a:p>
        </p:txBody>
      </p:sp>
      <p:sp>
        <p:nvSpPr>
          <p:cNvPr id="19" name="TextBox 18"/>
          <p:cNvSpPr txBox="1"/>
          <p:nvPr/>
        </p:nvSpPr>
        <p:spPr>
          <a:xfrm>
            <a:off x="822960" y="5376672"/>
            <a:ext cx="548640" cy="365760"/>
          </a:xfrm>
          <a:prstGeom prst="rect">
            <a:avLst/>
          </a:prstGeom>
          <a:noFill/>
        </p:spPr>
        <p:txBody>
          <a:bodyPr wrap="square">
            <a:spAutoFit/>
          </a:bodyPr>
          <a:lstStyle/>
          <a:p>
            <a:pPr algn="l"/>
            <a:r>
              <a:rPr sz="1600" b="1">
                <a:solidFill>
                  <a:srgbClr val="008061"/>
                </a:solidFill>
                <a:latin typeface="Trebuchet MS"/>
              </a:rPr>
              <a:t>5</a:t>
            </a:r>
          </a:p>
        </p:txBody>
      </p:sp>
      <p:sp>
        <p:nvSpPr>
          <p:cNvPr id="20" name="TextBox 19"/>
          <p:cNvSpPr txBox="1"/>
          <p:nvPr/>
        </p:nvSpPr>
        <p:spPr>
          <a:xfrm>
            <a:off x="1371600" y="5376672"/>
            <a:ext cx="6949440" cy="365760"/>
          </a:xfrm>
          <a:prstGeom prst="rect">
            <a:avLst/>
          </a:prstGeom>
          <a:noFill/>
        </p:spPr>
        <p:txBody>
          <a:bodyPr wrap="square">
            <a:spAutoFit/>
          </a:bodyPr>
          <a:lstStyle/>
          <a:p>
            <a:pPr algn="l"/>
            <a:r>
              <a:rPr sz="1600" b="1">
                <a:solidFill>
                  <a:srgbClr val="FFFFFF"/>
                </a:solidFill>
                <a:latin typeface="Trebuchet MS"/>
              </a:rPr>
              <a:t>Missing trust signals above the fold</a:t>
            </a:r>
          </a:p>
        </p:txBody>
      </p:sp>
      <p:sp>
        <p:nvSpPr>
          <p:cNvPr id="21" name="TextBox 20"/>
          <p:cNvSpPr txBox="1"/>
          <p:nvPr/>
        </p:nvSpPr>
        <p:spPr>
          <a:xfrm>
            <a:off x="8412480" y="5376672"/>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22" name="TextBox 21"/>
          <p:cNvSpPr txBox="1"/>
          <p:nvPr/>
        </p:nvSpPr>
        <p:spPr>
          <a:xfrm>
            <a:off x="1371600" y="5943600"/>
            <a:ext cx="9966960" cy="365760"/>
          </a:xfrm>
          <a:prstGeom prst="rect">
            <a:avLst/>
          </a:prstGeom>
          <a:noFill/>
        </p:spPr>
        <p:txBody>
          <a:bodyPr wrap="square">
            <a:spAutoFit/>
          </a:bodyPr>
          <a:lstStyle/>
          <a:p>
            <a:pPr algn="l"/>
            <a:r>
              <a:rPr sz="1100" b="0">
                <a:solidFill>
                  <a:srgbClr val="7A9E8E"/>
                </a:solidFill>
                <a:latin typeface="Trebuchet MS"/>
              </a:rPr>
              <a:t>The homepage shows no sign of returns policy, guarantee, reviews, security badge, so a first-time visitor has nothing to</a:t>
            </a:r>
          </a:p>
        </p:txBody>
      </p:sp>
      <p:sp>
        <p:nvSpPr>
          <p:cNvPr id="23" name="TextBox 22"/>
          <p:cNvSpPr txBox="1"/>
          <p:nvPr/>
        </p:nvSpPr>
        <p:spPr>
          <a:xfrm>
            <a:off x="822960" y="6446520"/>
            <a:ext cx="548640" cy="365760"/>
          </a:xfrm>
          <a:prstGeom prst="rect">
            <a:avLst/>
          </a:prstGeom>
          <a:noFill/>
        </p:spPr>
        <p:txBody>
          <a:bodyPr wrap="square">
            <a:spAutoFit/>
          </a:bodyPr>
          <a:lstStyle/>
          <a:p>
            <a:pPr algn="l"/>
            <a:r>
              <a:rPr sz="1600" b="1">
                <a:solidFill>
                  <a:srgbClr val="C0392B"/>
                </a:solidFill>
                <a:latin typeface="Trebuchet MS"/>
              </a:rPr>
              <a:t>6</a:t>
            </a:r>
          </a:p>
        </p:txBody>
      </p:sp>
      <p:sp>
        <p:nvSpPr>
          <p:cNvPr id="24" name="TextBox 23"/>
          <p:cNvSpPr txBox="1"/>
          <p:nvPr/>
        </p:nvSpPr>
        <p:spPr>
          <a:xfrm>
            <a:off x="1371600" y="6446520"/>
            <a:ext cx="6949440" cy="365760"/>
          </a:xfrm>
          <a:prstGeom prst="rect">
            <a:avLst/>
          </a:prstGeom>
          <a:noFill/>
        </p:spPr>
        <p:txBody>
          <a:bodyPr wrap="square">
            <a:spAutoFit/>
          </a:bodyPr>
          <a:lstStyle/>
          <a:p>
            <a:pPr algn="l"/>
            <a:r>
              <a:rPr sz="1600" b="1">
                <a:solidFill>
                  <a:srgbClr val="FFFFFF"/>
                </a:solidFill>
                <a:latin typeface="Trebuchet MS"/>
              </a:rPr>
              <a:t>No responsive viewport</a:t>
            </a:r>
          </a:p>
        </p:txBody>
      </p:sp>
      <p:sp>
        <p:nvSpPr>
          <p:cNvPr id="25" name="TextBox 24"/>
          <p:cNvSpPr txBox="1"/>
          <p:nvPr/>
        </p:nvSpPr>
        <p:spPr>
          <a:xfrm>
            <a:off x="8412480" y="6446520"/>
            <a:ext cx="2926080" cy="365760"/>
          </a:xfrm>
          <a:prstGeom prst="rect">
            <a:avLst/>
          </a:prstGeom>
          <a:noFill/>
        </p:spPr>
        <p:txBody>
          <a:bodyPr wrap="square">
            <a:spAutoFit/>
          </a:bodyPr>
          <a:lstStyle/>
          <a:p>
            <a:pPr algn="l"/>
            <a:r>
              <a:rPr sz="1200" b="0">
                <a:solidFill>
                  <a:srgbClr val="7A9E8E"/>
                </a:solidFill>
                <a:latin typeface="Trebuchet MS"/>
              </a:rPr>
              <a:t>Urgent · Medium · PXL 4/10</a:t>
            </a:r>
          </a:p>
        </p:txBody>
      </p:sp>
      <p:sp>
        <p:nvSpPr>
          <p:cNvPr id="26" name="TextBox 25"/>
          <p:cNvSpPr txBox="1"/>
          <p:nvPr/>
        </p:nvSpPr>
        <p:spPr>
          <a:xfrm>
            <a:off x="1371600" y="7013448"/>
            <a:ext cx="9966960" cy="365760"/>
          </a:xfrm>
          <a:prstGeom prst="rect">
            <a:avLst/>
          </a:prstGeom>
          <a:noFill/>
        </p:spPr>
        <p:txBody>
          <a:bodyPr wrap="square">
            <a:spAutoFit/>
          </a:bodyPr>
          <a:lstStyle/>
          <a:p>
            <a:pPr algn="l"/>
            <a:r>
              <a:rPr sz="1100" b="0">
                <a:solidFill>
                  <a:srgbClr val="7A9E8E"/>
                </a:solidFill>
                <a:latin typeface="Trebuchet MS"/>
              </a:rPr>
              <a:t>Without a viewport meta tag, mobile browsers render the desktop layout scaled down, making every tap target too small.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1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security headers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origin: missing HSTS, CSP, X-Content-Type-Options, X-Frame-Options, Referrer-Policy, Permissions-Policy."</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6 of 6 standard security headers are absent, which weakens protection against XSS, clickjacking and downgrade attacks.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2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value proposition</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"This domain is for use in documentation examples without needing permission."</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page fails to state what is sold or why it is better, leaving visitors without a reason to engage.</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Low  ·  0.5-2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3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Generic CTA</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only CTA 'Learn more' provides no indication of what the visitor will gain, failing to compel a click.</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Low  ·  0.5-2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4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Weak page metadata</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homepage: title 0 chars (15-60 recommended); description 0 chars (70-160 recommended); og:title missing, og:image missing."</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Search and social previews are degraded: page title (absent), meta description, Open Graph tags are missing or outside recommended lengths.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5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trust signals above the fold</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homepage: no match for returns policy, guarantee, reviews, security badge."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homepage shows no sign of returns policy, guarantee, reviews, security badge, so a first-time visitor has nothing to offset purchase risk.</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No responsive viewport</a:t>
            </a:r>
          </a:p>
        </p:txBody>
      </p:sp>
      <p:sp>
        <p:nvSpPr>
          <p:cNvPr id="5" name="TextBox 4"/>
          <p:cNvSpPr txBox="1"/>
          <p:nvPr/>
        </p:nvSpPr>
        <p:spPr>
          <a:xfrm>
            <a:off x="640080" y="2240280"/>
            <a:ext cx="2651760" cy="731520"/>
          </a:xfrm>
          <a:prstGeom prst="rect">
            <a:avLst/>
          </a:prstGeom>
          <a:noFill/>
        </p:spPr>
        <p:txBody>
          <a:bodyPr wrap="square">
            <a:spAutoFit/>
          </a:bodyPr>
          <a:lstStyle/>
          <a:p>
            <a:pPr algn="l"/>
            <a:r>
              <a:rPr sz="1100" b="0">
                <a:solidFill>
                  <a:srgbClr val="FFFFFF"/>
                </a:solidFill>
                <a:latin typeface="Trebuchet MS"/>
              </a:rPr>
              <a:t>• No responsive viewport declared</a:t>
            </a:r>
          </a:p>
        </p:txBody>
      </p:sp>
      <p:sp>
        <p:nvSpPr>
          <p:cNvPr id="6" name="TextBox 5"/>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7" name="TextBox 6"/>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Missing value proposition</a:t>
            </a:r>
          </a:p>
        </p:txBody>
      </p:sp>
      <p:sp>
        <p:nvSpPr>
          <p:cNvPr id="8" name="TextBox 7"/>
          <p:cNvSpPr txBox="1"/>
          <p:nvPr/>
        </p:nvSpPr>
        <p:spPr>
          <a:xfrm>
            <a:off x="3474720" y="2240280"/>
            <a:ext cx="2651760" cy="731520"/>
          </a:xfrm>
          <a:prstGeom prst="rect">
            <a:avLst/>
          </a:prstGeom>
          <a:noFill/>
        </p:spPr>
        <p:txBody>
          <a:bodyPr wrap="square">
            <a:spAutoFit/>
          </a:bodyPr>
          <a:lstStyle/>
          <a:p>
            <a:pPr algn="l"/>
            <a:r>
              <a:rPr sz="1100" b="0">
                <a:solidFill>
                  <a:srgbClr val="FFFFFF"/>
                </a:solidFill>
                <a:latin typeface="Trebuchet MS"/>
              </a:rPr>
              <a:t>• Generic CTA</a:t>
            </a:r>
          </a:p>
        </p:txBody>
      </p:sp>
      <p:sp>
        <p:nvSpPr>
          <p:cNvPr id="9" name="TextBox 8"/>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10" name="TextBox 9"/>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Missing security headers</a:t>
            </a:r>
          </a:p>
        </p:txBody>
      </p:sp>
      <p:sp>
        <p:nvSpPr>
          <p:cNvPr id="11" name="TextBox 10"/>
          <p:cNvSpPr txBox="1"/>
          <p:nvPr/>
        </p:nvSpPr>
        <p:spPr>
          <a:xfrm>
            <a:off x="6309360" y="2240280"/>
            <a:ext cx="2651760" cy="731520"/>
          </a:xfrm>
          <a:prstGeom prst="rect">
            <a:avLst/>
          </a:prstGeom>
          <a:noFill/>
        </p:spPr>
        <p:txBody>
          <a:bodyPr wrap="square">
            <a:spAutoFit/>
          </a:bodyPr>
          <a:lstStyle/>
          <a:p>
            <a:pPr algn="l"/>
            <a:r>
              <a:rPr sz="1100" b="0">
                <a:solidFill>
                  <a:srgbClr val="FFFFFF"/>
                </a:solidFill>
                <a:latin typeface="Trebuchet MS"/>
              </a:rPr>
              <a:t>• Weak page metadata</a:t>
            </a:r>
          </a:p>
        </p:txBody>
      </p:sp>
      <p:sp>
        <p:nvSpPr>
          <p:cNvPr id="12" name="TextBox 11"/>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3" name="TextBox 12"/>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Missing trust signals above the fold</a:t>
            </a:r>
          </a:p>
        </p:txBody>
      </p:sp>
      <p:sp>
        <p:nvSpPr>
          <p:cNvPr id="14" name="TextBox 13"/>
          <p:cNvSpPr txBox="1"/>
          <p:nvPr/>
        </p:nvSpPr>
        <p:spPr>
          <a:xfrm>
            <a:off x="9144000" y="2240280"/>
            <a:ext cx="2651760" cy="731520"/>
          </a:xfrm>
          <a:prstGeom prst="rect">
            <a:avLst/>
          </a:prstGeom>
          <a:noFill/>
        </p:spPr>
        <p:txBody>
          <a:bodyPr wrap="square">
            <a:spAutoFit/>
          </a:bodyPr>
          <a:lstStyle/>
          <a:p>
            <a:pPr algn="l"/>
            <a:r>
              <a:rPr sz="1100" b="0">
                <a:solidFill>
                  <a:srgbClr val="FFFFFF"/>
                </a:solidFill>
                <a:latin typeface="Trebuchet MS"/>
              </a:rPr>
              <a:t>• Missing trust signals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